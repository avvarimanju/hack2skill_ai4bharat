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Manrope SemiBol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02" y="5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junath Venkata Avvari" userId="58ca2c947daa4ed0" providerId="LiveId" clId="{410C80C2-82EE-41D6-93C5-2CE2B12D225D}"/>
    <pc:docChg chg="custSel modSld">
      <pc:chgData name="Manjunath Venkata Avvari" userId="58ca2c947daa4ed0" providerId="LiveId" clId="{410C80C2-82EE-41D6-93C5-2CE2B12D225D}" dt="2026-02-04T17:41:01.481" v="139" actId="20577"/>
      <pc:docMkLst>
        <pc:docMk/>
      </pc:docMkLst>
      <pc:sldChg chg="modSp mod">
        <pc:chgData name="Manjunath Venkata Avvari" userId="58ca2c947daa4ed0" providerId="LiveId" clId="{410C80C2-82EE-41D6-93C5-2CE2B12D225D}" dt="2026-02-04T17:41:01.481" v="139" actId="20577"/>
        <pc:sldMkLst>
          <pc:docMk/>
          <pc:sldMk cId="0" sldId="256"/>
        </pc:sldMkLst>
        <pc:spChg chg="mod">
          <ac:chgData name="Manjunath Venkata Avvari" userId="58ca2c947daa4ed0" providerId="LiveId" clId="{410C80C2-82EE-41D6-93C5-2CE2B12D225D}" dt="2026-02-04T17:41:01.481" v="139" actId="20577"/>
          <ac:spMkLst>
            <pc:docMk/>
            <pc:sldMk cId="0" sldId="256"/>
            <ac:spMk id="55" creationId="{00000000-0000-0000-0000-000000000000}"/>
          </ac:spMkLst>
        </pc:spChg>
        <pc:spChg chg="mod">
          <ac:chgData name="Manjunath Venkata Avvari" userId="58ca2c947daa4ed0" providerId="LiveId" clId="{410C80C2-82EE-41D6-93C5-2CE2B12D225D}" dt="2026-02-04T17:08:13.653" v="46" actId="6549"/>
          <ac:spMkLst>
            <pc:docMk/>
            <pc:sldMk cId="0" sldId="256"/>
            <ac:spMk id="56" creationId="{00000000-0000-0000-0000-000000000000}"/>
          </ac:spMkLst>
        </pc:spChg>
        <pc:spChg chg="mod">
          <ac:chgData name="Manjunath Venkata Avvari" userId="58ca2c947daa4ed0" providerId="LiveId" clId="{410C80C2-82EE-41D6-93C5-2CE2B12D225D}" dt="2026-02-04T17:08:16.478" v="47" actId="6549"/>
          <ac:spMkLst>
            <pc:docMk/>
            <pc:sldMk cId="0" sldId="256"/>
            <ac:spMk id="57" creationId="{00000000-0000-0000-0000-000000000000}"/>
          </ac:spMkLst>
        </pc:spChg>
      </pc:sldChg>
      <pc:sldChg chg="modSp mod">
        <pc:chgData name="Manjunath Venkata Avvari" userId="58ca2c947daa4ed0" providerId="LiveId" clId="{410C80C2-82EE-41D6-93C5-2CE2B12D225D}" dt="2026-02-04T17:11:17.623" v="65" actId="27636"/>
        <pc:sldMkLst>
          <pc:docMk/>
          <pc:sldMk cId="0" sldId="257"/>
        </pc:sldMkLst>
        <pc:spChg chg="mod">
          <ac:chgData name="Manjunath Venkata Avvari" userId="58ca2c947daa4ed0" providerId="LiveId" clId="{410C80C2-82EE-41D6-93C5-2CE2B12D225D}" dt="2026-02-04T17:11:17.623" v="65" actId="27636"/>
          <ac:spMkLst>
            <pc:docMk/>
            <pc:sldMk cId="0" sldId="257"/>
            <ac:spMk id="63" creationId="{00000000-0000-0000-0000-000000000000}"/>
          </ac:spMkLst>
        </pc:spChg>
      </pc:sldChg>
      <pc:sldChg chg="modSp mod">
        <pc:chgData name="Manjunath Venkata Avvari" userId="58ca2c947daa4ed0" providerId="LiveId" clId="{410C80C2-82EE-41D6-93C5-2CE2B12D225D}" dt="2026-02-04T17:17:22.468" v="88" actId="207"/>
        <pc:sldMkLst>
          <pc:docMk/>
          <pc:sldMk cId="0" sldId="258"/>
        </pc:sldMkLst>
        <pc:spChg chg="mod">
          <ac:chgData name="Manjunath Venkata Avvari" userId="58ca2c947daa4ed0" providerId="LiveId" clId="{410C80C2-82EE-41D6-93C5-2CE2B12D225D}" dt="2026-02-04T17:17:22.468" v="88" actId="207"/>
          <ac:spMkLst>
            <pc:docMk/>
            <pc:sldMk cId="0" sldId="258"/>
            <ac:spMk id="69" creationId="{00000000-0000-0000-0000-000000000000}"/>
          </ac:spMkLst>
        </pc:spChg>
      </pc:sldChg>
      <pc:sldChg chg="addSp modSp mod">
        <pc:chgData name="Manjunath Venkata Avvari" userId="58ca2c947daa4ed0" providerId="LiveId" clId="{410C80C2-82EE-41D6-93C5-2CE2B12D225D}" dt="2026-02-04T17:18:38.040" v="94" actId="1076"/>
        <pc:sldMkLst>
          <pc:docMk/>
          <pc:sldMk cId="0" sldId="259"/>
        </pc:sldMkLst>
        <pc:spChg chg="mod">
          <ac:chgData name="Manjunath Venkata Avvari" userId="58ca2c947daa4ed0" providerId="LiveId" clId="{410C80C2-82EE-41D6-93C5-2CE2B12D225D}" dt="2026-02-04T17:18:33.864" v="93" actId="6549"/>
          <ac:spMkLst>
            <pc:docMk/>
            <pc:sldMk cId="0" sldId="259"/>
            <ac:spMk id="75" creationId="{00000000-0000-0000-0000-000000000000}"/>
          </ac:spMkLst>
        </pc:spChg>
        <pc:picChg chg="add mod">
          <ac:chgData name="Manjunath Venkata Avvari" userId="58ca2c947daa4ed0" providerId="LiveId" clId="{410C80C2-82EE-41D6-93C5-2CE2B12D225D}" dt="2026-02-04T17:18:38.040" v="94" actId="1076"/>
          <ac:picMkLst>
            <pc:docMk/>
            <pc:sldMk cId="0" sldId="259"/>
            <ac:picMk id="3" creationId="{58D0B304-E0E6-C577-0DF9-85D18CF149B8}"/>
          </ac:picMkLst>
        </pc:picChg>
      </pc:sldChg>
      <pc:sldChg chg="addSp modSp mod modNotes">
        <pc:chgData name="Manjunath Venkata Avvari" userId="58ca2c947daa4ed0" providerId="LiveId" clId="{410C80C2-82EE-41D6-93C5-2CE2B12D225D}" dt="2026-02-04T17:21:57.097" v="100" actId="14100"/>
        <pc:sldMkLst>
          <pc:docMk/>
          <pc:sldMk cId="0" sldId="260"/>
        </pc:sldMkLst>
        <pc:spChg chg="mod">
          <ac:chgData name="Manjunath Venkata Avvari" userId="58ca2c947daa4ed0" providerId="LiveId" clId="{410C80C2-82EE-41D6-93C5-2CE2B12D225D}" dt="2026-02-04T17:21:26.063" v="96" actId="20577"/>
          <ac:spMkLst>
            <pc:docMk/>
            <pc:sldMk cId="0" sldId="260"/>
            <ac:spMk id="81" creationId="{00000000-0000-0000-0000-000000000000}"/>
          </ac:spMkLst>
        </pc:spChg>
        <pc:picChg chg="add mod">
          <ac:chgData name="Manjunath Venkata Avvari" userId="58ca2c947daa4ed0" providerId="LiveId" clId="{410C80C2-82EE-41D6-93C5-2CE2B12D225D}" dt="2026-02-04T17:21:57.097" v="100" actId="14100"/>
          <ac:picMkLst>
            <pc:docMk/>
            <pc:sldMk cId="0" sldId="260"/>
            <ac:picMk id="3" creationId="{A7B1CC82-0A48-53FF-2DEC-8E5D3774D7D7}"/>
          </ac:picMkLst>
        </pc:picChg>
      </pc:sldChg>
      <pc:sldChg chg="addSp modSp mod">
        <pc:chgData name="Manjunath Venkata Avvari" userId="58ca2c947daa4ed0" providerId="LiveId" clId="{410C80C2-82EE-41D6-93C5-2CE2B12D225D}" dt="2026-02-04T17:33:39.174" v="109" actId="1076"/>
        <pc:sldMkLst>
          <pc:docMk/>
          <pc:sldMk cId="0" sldId="261"/>
        </pc:sldMkLst>
        <pc:spChg chg="mod">
          <ac:chgData name="Manjunath Venkata Avvari" userId="58ca2c947daa4ed0" providerId="LiveId" clId="{410C80C2-82EE-41D6-93C5-2CE2B12D225D}" dt="2026-02-04T17:33:32.550" v="107" actId="20577"/>
          <ac:spMkLst>
            <pc:docMk/>
            <pc:sldMk cId="0" sldId="261"/>
            <ac:spMk id="87" creationId="{00000000-0000-0000-0000-000000000000}"/>
          </ac:spMkLst>
        </pc:spChg>
        <pc:picChg chg="add mod">
          <ac:chgData name="Manjunath Venkata Avvari" userId="58ca2c947daa4ed0" providerId="LiveId" clId="{410C80C2-82EE-41D6-93C5-2CE2B12D225D}" dt="2026-02-04T17:33:39.174" v="109" actId="1076"/>
          <ac:picMkLst>
            <pc:docMk/>
            <pc:sldMk cId="0" sldId="261"/>
            <ac:picMk id="3" creationId="{E6FD9830-DFE8-E24F-E785-423E3B25CD14}"/>
          </ac:picMkLst>
        </pc:picChg>
      </pc:sldChg>
      <pc:sldChg chg="addSp modSp mod">
        <pc:chgData name="Manjunath Venkata Avvari" userId="58ca2c947daa4ed0" providerId="LiveId" clId="{410C80C2-82EE-41D6-93C5-2CE2B12D225D}" dt="2026-02-04T17:34:51.312" v="116" actId="14100"/>
        <pc:sldMkLst>
          <pc:docMk/>
          <pc:sldMk cId="0" sldId="262"/>
        </pc:sldMkLst>
        <pc:spChg chg="mod">
          <ac:chgData name="Manjunath Venkata Avvari" userId="58ca2c947daa4ed0" providerId="LiveId" clId="{410C80C2-82EE-41D6-93C5-2CE2B12D225D}" dt="2026-02-04T17:34:29.961" v="112" actId="20577"/>
          <ac:spMkLst>
            <pc:docMk/>
            <pc:sldMk cId="0" sldId="262"/>
            <ac:spMk id="93" creationId="{00000000-0000-0000-0000-000000000000}"/>
          </ac:spMkLst>
        </pc:spChg>
        <pc:picChg chg="add mod">
          <ac:chgData name="Manjunath Venkata Avvari" userId="58ca2c947daa4ed0" providerId="LiveId" clId="{410C80C2-82EE-41D6-93C5-2CE2B12D225D}" dt="2026-02-04T17:34:51.312" v="116" actId="14100"/>
          <ac:picMkLst>
            <pc:docMk/>
            <pc:sldMk cId="0" sldId="262"/>
            <ac:picMk id="3" creationId="{387D04C6-C642-9757-BC9A-D97704219D77}"/>
          </ac:picMkLst>
        </pc:picChg>
      </pc:sldChg>
      <pc:sldChg chg="addSp delSp modSp mod">
        <pc:chgData name="Manjunath Venkata Avvari" userId="58ca2c947daa4ed0" providerId="LiveId" clId="{410C80C2-82EE-41D6-93C5-2CE2B12D225D}" dt="2026-02-04T17:38:29.952" v="126" actId="20577"/>
        <pc:sldMkLst>
          <pc:docMk/>
          <pc:sldMk cId="0" sldId="263"/>
        </pc:sldMkLst>
        <pc:spChg chg="add del mod">
          <ac:chgData name="Manjunath Venkata Avvari" userId="58ca2c947daa4ed0" providerId="LiveId" clId="{410C80C2-82EE-41D6-93C5-2CE2B12D225D}" dt="2026-02-04T17:38:24.451" v="123" actId="478"/>
          <ac:spMkLst>
            <pc:docMk/>
            <pc:sldMk cId="0" sldId="263"/>
            <ac:spMk id="2" creationId="{B4FF2C24-E313-8384-1244-5D8671AADAE4}"/>
          </ac:spMkLst>
        </pc:spChg>
        <pc:spChg chg="mod">
          <ac:chgData name="Manjunath Venkata Avvari" userId="58ca2c947daa4ed0" providerId="LiveId" clId="{410C80C2-82EE-41D6-93C5-2CE2B12D225D}" dt="2026-02-04T17:38:29.952" v="126" actId="20577"/>
          <ac:spMkLst>
            <pc:docMk/>
            <pc:sldMk cId="0" sldId="263"/>
            <ac:spMk id="99" creationId="{00000000-0000-0000-0000-000000000000}"/>
          </ac:spMkLst>
        </pc:spChg>
      </pc:sldChg>
      <pc:sldChg chg="addSp delSp modSp mod">
        <pc:chgData name="Manjunath Venkata Avvari" userId="58ca2c947daa4ed0" providerId="LiveId" clId="{410C80C2-82EE-41D6-93C5-2CE2B12D225D}" dt="2026-02-04T17:40:51.092" v="138" actId="20577"/>
        <pc:sldMkLst>
          <pc:docMk/>
          <pc:sldMk cId="0" sldId="265"/>
        </pc:sldMkLst>
        <pc:spChg chg="add">
          <ac:chgData name="Manjunath Venkata Avvari" userId="58ca2c947daa4ed0" providerId="LiveId" clId="{410C80C2-82EE-41D6-93C5-2CE2B12D225D}" dt="2026-02-04T17:40:15.228" v="130"/>
          <ac:spMkLst>
            <pc:docMk/>
            <pc:sldMk cId="0" sldId="265"/>
            <ac:spMk id="2" creationId="{1E2C4738-8A6B-5EE7-7DD3-6E4DEF696628}"/>
          </ac:spMkLst>
        </pc:spChg>
        <pc:spChg chg="add del mod">
          <ac:chgData name="Manjunath Venkata Avvari" userId="58ca2c947daa4ed0" providerId="LiveId" clId="{410C80C2-82EE-41D6-93C5-2CE2B12D225D}" dt="2026-02-04T17:40:37.144" v="133" actId="478"/>
          <ac:spMkLst>
            <pc:docMk/>
            <pc:sldMk cId="0" sldId="265"/>
            <ac:spMk id="3" creationId="{51FBF31A-FA9F-A4B9-05E2-7656313FDE37}"/>
          </ac:spMkLst>
        </pc:spChg>
        <pc:spChg chg="mod">
          <ac:chgData name="Manjunath Venkata Avvari" userId="58ca2c947daa4ed0" providerId="LiveId" clId="{410C80C2-82EE-41D6-93C5-2CE2B12D225D}" dt="2026-02-04T17:40:51.092" v="138" actId="20577"/>
          <ac:spMkLst>
            <pc:docMk/>
            <pc:sldMk cId="0" sldId="265"/>
            <ac:spMk id="1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hyperlink" Target="https://github.com/avvarimanju/hack2skill_ai4bharat/blob/main/avvari-aws-architecture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.png"/><Relationship Id="rId4" Type="http://schemas.openxmlformats.org/officeDocument/2006/relationships/hyperlink" Target="https://github.com/avvarimanju/hack2skill_ai4bharat/blob/main/avvari-wireframes-mockups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hyperlink" Target="https://github.com/avvarimanju/hack2skill_ai4bharat/blob/main/avvari-architecture-diagram.m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</a:t>
            </a:r>
            <a:r>
              <a:rPr lang="en-GB" sz="1600" err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Name</a:t>
            </a: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: AvvarI</a:t>
            </a: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for Bharat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>
              <a:lnSpc>
                <a:spcPct val="7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Statement: </a:t>
            </a:r>
            <a:r>
              <a:rPr lang="en-US" dirty="0"/>
              <a:t>Build an AI-powered solution that supports rural ecosystems, sustainability, or resource-efficient systems.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Name: Manjunath Venkata Avvari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41844" y="863549"/>
            <a:ext cx="8279641" cy="385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b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lang="en-GB"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r>
              <a:rPr lang="en-IN" sz="1800" b="1" dirty="0"/>
              <a:t>Heritage Lens AI: Digitizing India’s Cultural Legacy</a:t>
            </a:r>
          </a:p>
          <a:p>
            <a:endParaRPr lang="en-IN" sz="1800" b="1" dirty="0"/>
          </a:p>
          <a:p>
            <a:r>
              <a:rPr lang="en-IN" sz="1800" b="1" dirty="0"/>
              <a:t>The Vision: </a:t>
            </a:r>
            <a:r>
              <a:rPr lang="en-IN" sz="1800" dirty="0"/>
              <a:t>Transforming silent stones into storytellers by providing pilgrims with an </a:t>
            </a:r>
            <a:r>
              <a:rPr lang="en-IN" sz="1800" b="1" dirty="0"/>
              <a:t>AI-powered multimedia experience</a:t>
            </a:r>
            <a:r>
              <a:rPr lang="en-IN" sz="1800" dirty="0"/>
              <a:t> at heritage sites like Lepakshi Temple through simple </a:t>
            </a:r>
            <a:r>
              <a:rPr lang="en-IN" sz="1800" b="1" dirty="0"/>
              <a:t>QR code interaction</a:t>
            </a:r>
            <a:r>
              <a:rPr lang="en-IN" sz="1800" dirty="0"/>
              <a:t>.</a:t>
            </a:r>
          </a:p>
          <a:p>
            <a:endParaRPr lang="en-US" sz="1800" b="1" dirty="0"/>
          </a:p>
          <a:p>
            <a:r>
              <a:rPr lang="en-US" sz="1800" b="1" dirty="0"/>
              <a:t>Core Pillars</a:t>
            </a:r>
          </a:p>
          <a:p>
            <a:r>
              <a:rPr lang="en-US" sz="1800" b="1" dirty="0"/>
              <a:t>Instant Access:</a:t>
            </a:r>
            <a:r>
              <a:rPr lang="en-US" sz="1800" dirty="0"/>
              <a:t> Scan QR codes on pillars or statues to unlock deep historical and mythological insights without physical guides.</a:t>
            </a:r>
          </a:p>
          <a:p>
            <a:r>
              <a:rPr lang="en-US" sz="1800" b="1" dirty="0"/>
              <a:t>Multimodal Delivery:</a:t>
            </a:r>
            <a:r>
              <a:rPr lang="en-US" sz="1800" dirty="0"/>
              <a:t> AI-generated cinematic </a:t>
            </a:r>
            <a:r>
              <a:rPr lang="en-US" sz="1800" b="1" dirty="0"/>
              <a:t>videos</a:t>
            </a:r>
            <a:r>
              <a:rPr lang="en-US" sz="1800" dirty="0"/>
              <a:t>, architectural </a:t>
            </a:r>
            <a:r>
              <a:rPr lang="en-US" sz="1800" b="1" dirty="0"/>
              <a:t>infographics</a:t>
            </a:r>
            <a:r>
              <a:rPr lang="en-US" sz="1800" dirty="0"/>
              <a:t>, and high-quality </a:t>
            </a:r>
            <a:r>
              <a:rPr lang="en-US" sz="1800" b="1" dirty="0"/>
              <a:t>audio narrations</a:t>
            </a:r>
            <a:r>
              <a:rPr lang="en-US" sz="1800" dirty="0"/>
              <a:t>.</a:t>
            </a:r>
          </a:p>
          <a:p>
            <a:r>
              <a:rPr lang="en-US" sz="1800" b="1" dirty="0"/>
              <a:t>Inclusivity &amp; Language:</a:t>
            </a:r>
            <a:r>
              <a:rPr lang="en-US" sz="1800" dirty="0"/>
              <a:t> Real-time, multilingual support in </a:t>
            </a:r>
            <a:r>
              <a:rPr lang="en-US" sz="1800" b="1" dirty="0"/>
              <a:t>Telugu, Hindi, and English</a:t>
            </a:r>
            <a:r>
              <a:rPr lang="en-US" sz="1800" dirty="0"/>
              <a:t> to serve diverse domestic and global visitors.</a:t>
            </a:r>
          </a:p>
          <a:p>
            <a:r>
              <a:rPr lang="en-US" sz="1800" b="1" dirty="0"/>
              <a:t>Interactive Learning:</a:t>
            </a:r>
            <a:r>
              <a:rPr lang="en-US" sz="1800" dirty="0"/>
              <a:t> A </a:t>
            </a:r>
            <a:r>
              <a:rPr lang="en-US" sz="1800" b="1" dirty="0"/>
              <a:t>GenAI Assistant</a:t>
            </a:r>
            <a:r>
              <a:rPr lang="en-US" sz="1800" dirty="0"/>
              <a:t> allows visitors to ask follow-up questions about specific artifacts using natural language.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699" y="863549"/>
            <a:ext cx="8400221" cy="3899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FF0000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different is it from any of the other existing ideas?</a:t>
            </a:r>
          </a:p>
          <a:p>
            <a:pPr marL="127000" lvl="5">
              <a:lnSpc>
                <a:spcPct val="115000"/>
              </a:lnSpc>
              <a:spcBef>
                <a:spcPts val="1200"/>
              </a:spcBef>
              <a:buClr>
                <a:srgbClr val="202729"/>
              </a:buClr>
              <a:buSzPts val="1600"/>
            </a:pPr>
            <a:r>
              <a:rPr lang="en-US" sz="1200" b="1" dirty="0"/>
              <a:t>Multimedia Integration over Static Text:</a:t>
            </a:r>
            <a:r>
              <a:rPr lang="en-US" sz="1200" dirty="0"/>
              <a:t> Unlike typical QR code implementations that merely lead to a Wikipedia page or a static PDF, this solution delivers </a:t>
            </a:r>
            <a:r>
              <a:rPr lang="en-US" sz="1200" b="1" dirty="0"/>
              <a:t>AI-generated cinematic videos</a:t>
            </a:r>
            <a:r>
              <a:rPr lang="en-US" sz="1200" dirty="0"/>
              <a:t> and natural-sounding </a:t>
            </a:r>
            <a:r>
              <a:rPr lang="en-US" sz="1200" b="1" dirty="0"/>
              <a:t>audio narrations</a:t>
            </a:r>
            <a:r>
              <a:rPr lang="en-US" sz="1200" dirty="0"/>
              <a:t> specifically tailored to the artifact being viewed.</a:t>
            </a:r>
            <a:endParaRPr sz="12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FF0000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it be able to solve the problem?</a:t>
            </a:r>
          </a:p>
          <a:p>
            <a:pPr marL="127000" lvl="0">
              <a:lnSpc>
                <a:spcPct val="115000"/>
              </a:lnSpc>
              <a:buClr>
                <a:srgbClr val="202729"/>
              </a:buClr>
              <a:buSzPts val="1600"/>
            </a:pPr>
            <a:r>
              <a:rPr lang="en-US" sz="1200" b="1" dirty="0"/>
              <a:t>Eliminating Information Gaps:</a:t>
            </a:r>
            <a:r>
              <a:rPr lang="en-US" sz="1200" dirty="0"/>
              <a:t> It provides high-quality historical context in areas where physical guides may be unavailable, unaffordable, or lack deep specialized knowledge.</a:t>
            </a:r>
            <a:endParaRPr sz="12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FF0000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USP of the proposed solution</a:t>
            </a:r>
          </a:p>
          <a:p>
            <a:pPr marL="127000" lvl="0">
              <a:lnSpc>
                <a:spcPct val="115000"/>
              </a:lnSpc>
              <a:buClr>
                <a:srgbClr val="202729"/>
              </a:buClr>
              <a:buSzPts val="1600"/>
            </a:pPr>
            <a:r>
              <a:rPr lang="en-US" sz="1200" b="1" dirty="0"/>
              <a:t>"The Living Stone" Experience:</a:t>
            </a:r>
            <a:r>
              <a:rPr lang="en-US" sz="1200" dirty="0"/>
              <a:t> Our USP is the </a:t>
            </a:r>
            <a:r>
              <a:rPr lang="en-US" sz="1200" b="1" dirty="0"/>
              <a:t>Heritage AI Assistant</a:t>
            </a:r>
            <a:r>
              <a:rPr lang="en-US" sz="1200" dirty="0"/>
              <a:t>. It transforms a physical scan into a two-way conversation, allowing the pilgrim to ask, </a:t>
            </a:r>
            <a:r>
              <a:rPr lang="en-US" sz="1200" i="1" dirty="0"/>
              <a:t>"Why does this specific pillar hang?"</a:t>
            </a:r>
            <a:r>
              <a:rPr lang="en-US" sz="1200" dirty="0"/>
              <a:t> and receive an instant, accurate answer based on verified historical data.</a:t>
            </a:r>
            <a:endParaRPr sz="12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D0B304-E0E6-C577-0DF9-85D18CF14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329156"/>
            <a:ext cx="7843500" cy="32867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</a:pPr>
            <a:r>
              <a:rPr lang="en-GB" dirty="0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  <a:hlinkClick r:id="rId4"/>
              </a:rPr>
              <a:t>https://github.com/avvarimanju/hack2skill_ai4bharat/blob/main/avvari-aws-architecture.html</a:t>
            </a:r>
            <a:endParaRPr lang="en-GB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B1CC82-0A48-53FF-2DEC-8E5D3774D7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72" y="2068353"/>
            <a:ext cx="3640655" cy="28554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</a:p>
          <a:p>
            <a:pPr lvl="0">
              <a:lnSpc>
                <a:spcPct val="115000"/>
              </a:lnSpc>
              <a:buSzPts val="935"/>
            </a:pPr>
            <a:r>
              <a:rPr lang="en-IN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  <a:hlinkClick r:id="rId4"/>
              </a:rPr>
              <a:t>https://github.com/avvarimanju/hack2skill_ai4bharat/blob/main/avvari-wireframes-mockups.html</a:t>
            </a:r>
            <a:endParaRPr lang="en-IN"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lvl="0">
              <a:lnSpc>
                <a:spcPct val="115000"/>
              </a:lnSpc>
              <a:buSzPts val="935"/>
            </a:pP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FD9830-DFE8-E24F-E785-423E3B25CD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979" y="1936403"/>
            <a:ext cx="3399684" cy="27247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dirty="0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  <a:hlinkClick r:id="rId4"/>
              </a:rPr>
              <a:t>https://github.com/avvarimanju/hack2skill_ai4bharat/blob/main/avvari-architecture-diagram.md</a:t>
            </a:r>
            <a:endParaRPr lang="en-IN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7D04C6-C642-9757-BC9A-D97704219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712" y="1958173"/>
            <a:ext cx="4795383" cy="30361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1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b="1" dirty="0">
                <a:solidFill>
                  <a:schemeClr val="tx1"/>
                </a:solidFill>
                <a:latin typeface="Arial" panose="020B0604020202020204" pitchFamily="34" charset="0"/>
              </a:rPr>
              <a:t>Project Vision</a:t>
            </a: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: Transforming silent temple artifacts into interactive storytellers through an AI-powered multimedia platform for pilgrims.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b="1" dirty="0">
                <a:solidFill>
                  <a:schemeClr val="tx1"/>
                </a:solidFill>
                <a:latin typeface="Arial" panose="020B0604020202020204" pitchFamily="34" charset="0"/>
              </a:rPr>
              <a:t>Core Interaction</a:t>
            </a: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: Visitors scan strategic QR codes on sculptures (</a:t>
            </a:r>
            <a:r>
              <a:rPr lang="en-US" altLang="en-US" sz="1100" dirty="0" err="1">
                <a:solidFill>
                  <a:schemeClr val="tx1"/>
                </a:solidFill>
                <a:latin typeface="Arial" panose="020B0604020202020204" pitchFamily="34" charset="0"/>
              </a:rPr>
              <a:t>Shilpams</a:t>
            </a: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), pillars, and statues to unlock instant digital context.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b="1" dirty="0">
                <a:solidFill>
                  <a:schemeClr val="tx1"/>
                </a:solidFill>
                <a:latin typeface="Arial" panose="020B0604020202020204" pitchFamily="34" charset="0"/>
              </a:rPr>
              <a:t>Multimedia Delivery</a:t>
            </a: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: Provides a coordinated suite of AI-generated cinematic videos, architectural infographics, and detailed audio guides.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b="1" dirty="0">
                <a:solidFill>
                  <a:schemeClr val="tx1"/>
                </a:solidFill>
                <a:latin typeface="Arial" panose="020B0604020202020204" pitchFamily="34" charset="0"/>
              </a:rPr>
              <a:t>Language Inclusivity</a:t>
            </a: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: Features high-fidelity audio narrations in regional Indian languages (e.g., Telugu, Hindi) and English via Amazon Polly.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b="1" dirty="0">
                <a:solidFill>
                  <a:schemeClr val="tx1"/>
                </a:solidFill>
                <a:latin typeface="Arial" panose="020B0604020202020204" pitchFamily="34" charset="0"/>
              </a:rPr>
              <a:t>GenAI Heritage Assistant</a:t>
            </a: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: A conversational chatbot powered by Amazon Bedrock allows visitors to ask real-time, deep-dive questions.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b="1" dirty="0">
                <a:solidFill>
                  <a:schemeClr val="tx1"/>
                </a:solidFill>
                <a:latin typeface="Arial" panose="020B0604020202020204" pitchFamily="34" charset="0"/>
              </a:rPr>
              <a:t>Problem Solved</a:t>
            </a: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: Democratizes expert historical knowledge at rural sites where specialized human guides are unavailable or expensive.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b="1" dirty="0">
                <a:solidFill>
                  <a:schemeClr val="tx1"/>
                </a:solidFill>
                <a:latin typeface="Arial" panose="020B0604020202020204" pitchFamily="34" charset="0"/>
              </a:rPr>
              <a:t>Key Differentiator</a:t>
            </a: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: Unlike static QR codes, this uses RAG (Retrieval-Augmented Generation) to provide dynamic, verified, and interactive responses.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b="1" dirty="0">
                <a:solidFill>
                  <a:schemeClr val="tx1"/>
                </a:solidFill>
                <a:latin typeface="Arial" panose="020B0604020202020204" pitchFamily="34" charset="0"/>
              </a:rPr>
              <a:t>The Tech Stack</a:t>
            </a: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: Built on a robust AWS serverless architecture including Lambda, DynamoDB, S3, and Amazon Bedrock.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b="1" dirty="0">
                <a:solidFill>
                  <a:schemeClr val="tx1"/>
                </a:solidFill>
                <a:latin typeface="Arial" panose="020B0604020202020204" pitchFamily="34" charset="0"/>
              </a:rPr>
              <a:t>Rural Innovation</a:t>
            </a: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: Boosts local tourism economies by making remote heritage sites globally accessible through scalable technology.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b="1" dirty="0">
                <a:solidFill>
                  <a:schemeClr val="tx1"/>
                </a:solidFill>
                <a:latin typeface="Arial" panose="020B0604020202020204" pitchFamily="34" charset="0"/>
              </a:rPr>
              <a:t>Sustainable Impact</a:t>
            </a: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: Creates a digital archive of oral histories and temple legends, preserving Bharat's cultural soul for future generations.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b="1" dirty="0"/>
              <a:t>Vision</a:t>
            </a:r>
            <a:r>
              <a:rPr lang="en-US" dirty="0"/>
              <a:t>: Transforms silent heritage artifacts into interactive storytellers through a multimodal, AI-powered platform for pilgrims and tourists.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Language Inclusivity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Provides natural-sounding, multilingual narrations in regional vernaculars (e.g., Telugu, Hindi) and English via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Amazon Polly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GenAI Heritage Assistant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Features a conversational chatbot powered by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Amazon Bedrock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for real-time, interactive deep-dives into artifact history.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700</Words>
  <Application>Microsoft Office PowerPoint</Application>
  <PresentationFormat>On-screen Show (16:9)</PresentationFormat>
  <Paragraphs>43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Manrope</vt:lpstr>
      <vt:lpstr>Arial</vt:lpstr>
      <vt:lpstr>Manrope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Manjunath Venkata Avvari</cp:lastModifiedBy>
  <cp:revision>1</cp:revision>
  <dcterms:modified xsi:type="dcterms:W3CDTF">2026-02-04T17:41:04Z</dcterms:modified>
</cp:coreProperties>
</file>